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FCC80-9652-957F-8DB8-E8C4106C9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6E2517-53DC-4BA4-3141-7F5195B5B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814B2A-F44F-6C31-A520-9DF0F66C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1600-B0B6-4674-B090-7D818A7F9FC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7BFBB3-3B14-060B-F3DF-3E4DC5409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120E99-E28F-980C-7E84-897785278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E847E-E7A0-4DDB-B63F-46CEFBA67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81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8D255-A46A-8311-5F37-C4B8FDDF0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86AE26-CDDD-4FD4-D543-6597A9CCA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5A8538-C871-2655-12A5-5CAAC44D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1600-B0B6-4674-B090-7D818A7F9FC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E7423C-B5BF-EAB8-2007-DB1D19AD8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876DA1-DFB5-16D4-0914-AC56295C7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E847E-E7A0-4DDB-B63F-46CEFBA67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47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1EF6C-C0C7-25AD-8C14-ADCF9651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5ADF7C-5813-E865-0E51-BA71F2864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01416A-AAF9-191A-10EC-DB02EC70A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1600-B0B6-4674-B090-7D818A7F9FC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C79C28-2C22-CEC7-906F-E603E874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51CAA1-1388-699D-DDF7-97CC79FE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E847E-E7A0-4DDB-B63F-46CEFBA67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82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F626B-8E85-4B92-70E1-2F687A05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67C21-1C2B-214B-860E-F59AE2E97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59395A-C520-7EC3-D440-6B053E083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E2E95B-843F-9187-8A6D-17928C38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1600-B0B6-4674-B090-7D818A7F9FC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A98D05-CB0C-1B15-A957-AB8757A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3E463A-EA97-6880-C02B-1A338A25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E847E-E7A0-4DDB-B63F-46CEFBA67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265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62903F-F8AA-9C36-380F-5313DB21B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D5FC64-2794-0669-DBEC-53F940617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13DF2F-2CC4-1847-C0D6-A7BE2A02B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7E7F7F-DE64-8394-AA91-53D3988FCE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32B889-E17A-77AB-6FE4-122573D4F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35BEB6-285B-FA8E-6C28-2932B8F85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1600-B0B6-4674-B090-7D818A7F9FC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D2E697-F3D9-B4E8-5ECA-0A3EDA8D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714155B-701E-66B5-CD33-31976A9B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E847E-E7A0-4DDB-B63F-46CEFBA67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968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C4D3B-C4AF-B367-7D27-A3978B42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0B0AE5-CAC1-0F7D-533A-0DA90491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1600-B0B6-4674-B090-7D818A7F9FC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FEFC86-BF7B-C6E3-2E1D-74EA8BFD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C32E66-86D1-8C22-E3B9-C22E3559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E847E-E7A0-4DDB-B63F-46CEFBA67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106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3BFC21-ED0D-C1C2-AFD1-2B4BC0F9F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1600-B0B6-4674-B090-7D818A7F9FC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B2ACBF-5BC7-32FD-71D2-E285FA68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B4D66D-8EC1-F9BA-6D3E-C6162DF1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E847E-E7A0-4DDB-B63F-46CEFBA67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88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F0A3D-2BCE-886C-3ACA-159EF6FBD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1E63D8-45EA-FE1F-8977-A0452D5EF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7BD509-56D4-7E9D-A2AE-CAA01CCEA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01B59F-82EC-3C9C-D6FD-A94CE0810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1600-B0B6-4674-B090-7D818A7F9FC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E43939-4C14-E8D3-F5EB-D1EFDA18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59CD31-319D-2536-C1DB-4E300102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E847E-E7A0-4DDB-B63F-46CEFBA67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261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F0322-BFAA-AA8A-EEBE-CCBBFFA2A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DE62863-33BE-06C7-6952-602828158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AE2369-4F0B-C77A-3464-EE0F4C7F9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072879-E560-2FAA-E0D4-F277D0DB7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1600-B0B6-4674-B090-7D818A7F9FC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AB7905-9271-E148-1AEE-A034EB83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B249FF-39BD-6C65-B1A4-FB16E276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E847E-E7A0-4DDB-B63F-46CEFBA67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89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7BE9D3-E959-87BA-0659-46FBFC9E8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E2DCA5-B053-5AD0-8B09-A7513F085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A6180-E566-215E-849E-072EBD73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1600-B0B6-4674-B090-7D818A7F9FC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D4FB4F-D1F1-C962-F806-5420D9FAE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05527E-B2A2-1DED-CF3F-B8F70DED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E847E-E7A0-4DDB-B63F-46CEFBA67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23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5ED6AD-73CF-CE67-6FAB-00306114C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C1CD5D-6058-7D5D-19C1-A784D7FB0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C35877-56D6-5E4A-9F02-51E58BB1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1600-B0B6-4674-B090-7D818A7F9FC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6141C-256A-91FE-3CAF-E7D6A4E5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FE7C59-4BF2-2BCB-C583-70923CF27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E847E-E7A0-4DDB-B63F-46CEFBA67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01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563BCB-D734-756D-EC5D-15139BCA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030B4A-4CCE-7C38-34CC-333764360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A363E5-DE16-A83F-EC04-5B36EFDC4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21600-B0B6-4674-B090-7D818A7F9FC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9E6806-97A3-316E-FE9A-6E57099C0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9C7233-2291-0490-6DF7-E37CF9BE7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E847E-E7A0-4DDB-B63F-46CEFBA67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87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58C3D-8195-1596-7CAC-F0FD2BAD2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2EF700-C518-49C0-9707-8A3F2B9E82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495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想 李</dc:creator>
  <cp:lastModifiedBy>想 李</cp:lastModifiedBy>
  <cp:revision>1</cp:revision>
  <dcterms:created xsi:type="dcterms:W3CDTF">2026-03-09T11:16:42Z</dcterms:created>
  <dcterms:modified xsi:type="dcterms:W3CDTF">2026-03-09T11:16:51Z</dcterms:modified>
</cp:coreProperties>
</file>